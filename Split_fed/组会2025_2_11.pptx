
<file path=[Content_Types].xml><?xml version="1.0" encoding="utf-8"?>
<Types xmlns="http://schemas.openxmlformats.org/package/2006/content-types"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13"/>
  </p:handoutMasterIdLst>
  <p:sldIdLst>
    <p:sldId id="256" r:id="rId4"/>
    <p:sldId id="277" r:id="rId6"/>
    <p:sldId id="292" r:id="rId7"/>
    <p:sldId id="276" r:id="rId8"/>
    <p:sldId id="299" r:id="rId9"/>
    <p:sldId id="286" r:id="rId10"/>
    <p:sldId id="287" r:id="rId11"/>
    <p:sldId id="271" r:id="rId12"/>
  </p:sldIdLst>
  <p:sldSz cx="9144000" cy="6858000" type="screen4x3"/>
  <p:notesSz cx="7103745" cy="10234295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F5597"/>
    <a:srgbClr val="4B4539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01" autoAdjust="0"/>
    <p:restoredTop sz="86328"/>
  </p:normalViewPr>
  <p:slideViewPr>
    <p:cSldViewPr snapToGrid="0" showGuides="1">
      <p:cViewPr varScale="1">
        <p:scale>
          <a:sx n="140" d="100"/>
          <a:sy n="140" d="100"/>
        </p:scale>
        <p:origin x="2556" y="126"/>
      </p:cViewPr>
      <p:guideLst>
        <p:guide orient="horz" pos="21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9892" y="1279525"/>
            <a:ext cx="460586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22962"/>
            <a:ext cx="6858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825625"/>
            <a:ext cx="78867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469127"/>
            <a:ext cx="7730945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610028"/>
            <a:ext cx="7730945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</p:spPr>
        <p:txBody>
          <a:bodyPr>
            <a:normAutofit/>
          </a:bodyPr>
          <a:lstStyle>
            <a:lvl1pPr>
              <a:defRPr sz="44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825625"/>
            <a:ext cx="38862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86275" y="1825625"/>
            <a:ext cx="38862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615609"/>
            <a:ext cx="3868340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85060" y="127000"/>
            <a:ext cx="31239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8000" y="766354"/>
            <a:ext cx="4363031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88870" y="2057400"/>
            <a:ext cx="31239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GLOBECOM 2023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3"/>
            <a:ext cx="78867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22962"/>
            <a:ext cx="6858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825625"/>
            <a:ext cx="78867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469127"/>
            <a:ext cx="7730945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610028"/>
            <a:ext cx="7730945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</p:spPr>
        <p:txBody>
          <a:bodyPr>
            <a:normAutofit/>
          </a:bodyPr>
          <a:lstStyle>
            <a:lvl1pPr>
              <a:defRPr sz="44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825625"/>
            <a:ext cx="38862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86275" y="1825625"/>
            <a:ext cx="38862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615609"/>
            <a:ext cx="3868340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85060" y="127000"/>
            <a:ext cx="31239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8000" y="766354"/>
            <a:ext cx="4363031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88870" y="2057400"/>
            <a:ext cx="31239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GLOBECOM 2023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3"/>
            <a:ext cx="78867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Ming Tang @ SUSTech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Ming Tang @ SUSTech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tiff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tiff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24155" y="840740"/>
            <a:ext cx="8735060" cy="218694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Week Summarry</a:t>
            </a:r>
            <a:endParaRPr lang="en-US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76860" y="3748092"/>
            <a:ext cx="8682355" cy="1655445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12332463 Geng Tian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Southern University of Science and Technology, Shenzhen, China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ustech.logo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0793" y="5257479"/>
            <a:ext cx="1282065" cy="12820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Experiments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5330" y="1461135"/>
            <a:ext cx="53117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标签噪声对收敛性的影响</a:t>
            </a:r>
            <a:endParaRPr lang="zh-CN" altLang="en-US" sz="2800" b="1"/>
          </a:p>
          <a:p>
            <a:r>
              <a:rPr lang="en-US" altLang="zh-CN"/>
              <a:t>1. Random Flipping </a:t>
            </a:r>
            <a:r>
              <a:rPr lang="en-US" altLang="zh-CN">
                <a:solidFill>
                  <a:srgbClr val="00B050"/>
                </a:solidFill>
              </a:rPr>
              <a:t>2. Instance Depedent</a:t>
            </a:r>
            <a:endParaRPr lang="en-US" altLang="zh-CN"/>
          </a:p>
          <a:p>
            <a:r>
              <a:rPr lang="en-US" altLang="zh-CN"/>
              <a:t>Cifar10, Cifar100, FMNIST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35330" y="3288030"/>
            <a:ext cx="531177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SFLCorr</a:t>
            </a:r>
            <a:r>
              <a:rPr lang="zh-CN" altLang="en-US" sz="2800" b="1"/>
              <a:t>对准确率的</a:t>
            </a:r>
            <a:r>
              <a:rPr lang="zh-CN" altLang="en-US" sz="2800" b="1"/>
              <a:t>提升</a:t>
            </a:r>
            <a:endParaRPr lang="zh-CN" altLang="en-US" sz="2800" b="1"/>
          </a:p>
          <a:p>
            <a:r>
              <a:rPr lang="en-US" altLang="zh-CN"/>
              <a:t>1. Random Flipping 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2. Instance Depedent</a:t>
            </a:r>
            <a:endParaRPr lang="en-US" altLang="zh-CN">
              <a:solidFill>
                <a:srgbClr val="00B050"/>
              </a:solidFill>
              <a:sym typeface="+mn-ea"/>
            </a:endParaRPr>
          </a:p>
          <a:p>
            <a:r>
              <a:rPr lang="en-US" altLang="zh-CN"/>
              <a:t>Cifar10, </a:t>
            </a:r>
            <a:r>
              <a:rPr lang="en-US" altLang="zh-CN">
                <a:solidFill>
                  <a:schemeClr val="tx1"/>
                </a:solidFill>
              </a:rPr>
              <a:t>Cifar100</a:t>
            </a:r>
            <a:r>
              <a:rPr lang="en-US" altLang="zh-CN"/>
              <a:t>, FMNIST</a:t>
            </a: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与其他</a:t>
            </a:r>
            <a:r>
              <a:rPr lang="en-US" altLang="zh-CN"/>
              <a:t>FL</a:t>
            </a:r>
            <a:r>
              <a:rPr lang="zh-CN" altLang="en-US"/>
              <a:t>算法比较</a:t>
            </a:r>
            <a:r>
              <a:rPr lang="en-US" altLang="zh-CN"/>
              <a:t>(FedCorr, FedNoRo, </a:t>
            </a:r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JointOpt, DivideMix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Cifar10: Instance Depedent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52920" y="30607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Cifar10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11430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Convergence: Random Flipping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473075" y="974090"/>
            <a:ext cx="2947670" cy="294259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3592830" y="974725"/>
            <a:ext cx="2947670" cy="294195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3420745" y="3568700"/>
            <a:ext cx="3283585" cy="294132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473075" y="3568700"/>
            <a:ext cx="2761615" cy="29413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16980" y="19875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Cifar10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6457950" y="457263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Cifar100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Convergence: Random Flipping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3897630" y="1143000"/>
            <a:ext cx="3773805" cy="319976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160655" y="1014730"/>
            <a:ext cx="3736975" cy="33280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328535" y="22688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FMNIST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Convergence: Instance Depedent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579245"/>
            <a:ext cx="5210810" cy="4342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Cifar10: Random Flipping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889000"/>
            <a:ext cx="3684270" cy="2763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920" y="889000"/>
            <a:ext cx="3684270" cy="27635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652520"/>
            <a:ext cx="3684905" cy="27635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951470" y="209486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Cifar10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4380230" y="474472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FMNIST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 dirty="0" err="1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</a:t>
            </a:r>
            <a:r>
              <a:rPr lang="en-US" altLang="zh-CN" dirty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Tian</a:t>
            </a:r>
            <a:r>
              <a:rPr lang="zh-CN" altLang="en-US" dirty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 dirty="0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55848" y="2180705"/>
            <a:ext cx="8548370" cy="89662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Thank You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!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b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</a:b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Questions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are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welcome!</a:t>
            </a:r>
            <a:endParaRPr lang="en-US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dhODIxNGVjZmRiYWIzMzMwNDhkMzcwYjU1MzhlYT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WPS 演示</Application>
  <PresentationFormat>全屏显示(4:3)</PresentationFormat>
  <Paragraphs>69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Times New Roman Bold</vt:lpstr>
      <vt:lpstr>Times New Roman</vt:lpstr>
      <vt:lpstr>Arial Regular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Office 主题​​</vt:lpstr>
      <vt:lpstr>1_Office 主题​​</vt:lpstr>
      <vt:lpstr>Week Summarry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You!  Questions are welcome!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SUST</dc:creator>
  <cp:lastModifiedBy>巧克力</cp:lastModifiedBy>
  <cp:revision>202</cp:revision>
  <dcterms:created xsi:type="dcterms:W3CDTF">2025-02-11T01:08:53Z</dcterms:created>
  <dcterms:modified xsi:type="dcterms:W3CDTF">2025-02-11T01:08:53Z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2052-6.12.1.8902</vt:lpwstr>
  </property>
  <property fmtid="{D5CDD505-2E9C-101B-9397-08002B2CF9AE}" pid="3" name="ICV">
    <vt:lpwstr>1097A63A4061E2E9A667166776B1A1CE_43</vt:lpwstr>
  </property>
</Properties>
</file>
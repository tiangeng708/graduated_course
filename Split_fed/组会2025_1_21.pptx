
<file path=[Content_Types].xml><?xml version="1.0" encoding="utf-8"?>
<Types xmlns="http://schemas.openxmlformats.org/package/2006/content-types"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16"/>
  </p:handoutMasterIdLst>
  <p:sldIdLst>
    <p:sldId id="256" r:id="rId4"/>
    <p:sldId id="276" r:id="rId6"/>
    <p:sldId id="287" r:id="rId7"/>
    <p:sldId id="286" r:id="rId8"/>
    <p:sldId id="292" r:id="rId9"/>
    <p:sldId id="288" r:id="rId10"/>
    <p:sldId id="289" r:id="rId11"/>
    <p:sldId id="290" r:id="rId12"/>
    <p:sldId id="291" r:id="rId13"/>
    <p:sldId id="277" r:id="rId14"/>
    <p:sldId id="271" r:id="rId15"/>
  </p:sldIdLst>
  <p:sldSz cx="9144000" cy="6858000" type="screen4x3"/>
  <p:notesSz cx="7103745" cy="10234295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F5597"/>
    <a:srgbClr val="4B4539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1" autoAdjust="0"/>
    <p:restoredTop sz="86328"/>
  </p:normalViewPr>
  <p:slideViewPr>
    <p:cSldViewPr snapToGrid="0" showGuides="1">
      <p:cViewPr varScale="1">
        <p:scale>
          <a:sx n="140" d="100"/>
          <a:sy n="140" d="100"/>
        </p:scale>
        <p:origin x="2556" y="126"/>
      </p:cViewPr>
      <p:guideLst>
        <p:guide orient="horz" pos="21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9892" y="1279525"/>
            <a:ext cx="460586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9363" y="1279525"/>
            <a:ext cx="460692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22962"/>
            <a:ext cx="6858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825625"/>
            <a:ext cx="78867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469127"/>
            <a:ext cx="7730945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610028"/>
            <a:ext cx="7730945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615609"/>
            <a:ext cx="3868340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127000"/>
            <a:ext cx="31239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8000" y="766354"/>
            <a:ext cx="4363031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2057400"/>
            <a:ext cx="31239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GLOBECOM 2023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22962"/>
            <a:ext cx="6858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825625"/>
            <a:ext cx="78867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7" y="469127"/>
            <a:ext cx="7730945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610028"/>
            <a:ext cx="7730945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</p:spPr>
        <p:txBody>
          <a:bodyPr>
            <a:normAutofit/>
          </a:bodyPr>
          <a:lstStyle>
            <a:lvl1pPr>
              <a:defRPr sz="4400" b="0" i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825625"/>
            <a:ext cx="38862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615609"/>
            <a:ext cx="3868340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127000"/>
            <a:ext cx="31239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8000" y="766354"/>
            <a:ext cx="4363031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2057400"/>
            <a:ext cx="31239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GLOBECOM 2023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Ming Tang @ SUSTech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Ming Tang @ SUSTech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GLOBECOM 2023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tif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tif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24155" y="840740"/>
            <a:ext cx="8735060" cy="2186940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Week Summarry</a:t>
            </a:r>
            <a:endParaRPr lang="en-US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76860" y="3748092"/>
            <a:ext cx="8682355" cy="1655445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12332463 Geng Tian</a:t>
            </a:r>
            <a:endPara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Southern University of Science and Technology, Shenzhen, China</a:t>
            </a: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ustech.logo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793" y="5257479"/>
            <a:ext cx="1282065" cy="12820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925830"/>
            <a:ext cx="6381115" cy="5163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1702435"/>
            <a:ext cx="3684270" cy="2763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55" y="1702435"/>
            <a:ext cx="3684270" cy="276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Cifar10: Instance Depedent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579245"/>
            <a:ext cx="5210810" cy="4342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Cifar10: Instance Depedent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1430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Cifar100: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665" y="1339850"/>
            <a:ext cx="5341620" cy="4451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Cifar100: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8650" y="131064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SFLCorr</a:t>
            </a:r>
            <a:r>
              <a:rPr lang="zh-CN" altLang="en-US"/>
              <a:t>对</a:t>
            </a:r>
            <a:r>
              <a:rPr lang="en-US" altLang="zh-CN"/>
              <a:t>Cifar100</a:t>
            </a:r>
            <a:r>
              <a:rPr lang="zh-CN" altLang="en-US"/>
              <a:t>的准确率提升还没有</a:t>
            </a:r>
            <a:r>
              <a:rPr lang="zh-CN" altLang="en-US"/>
              <a:t>实验结果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FMNIST: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1617980"/>
            <a:ext cx="3970020" cy="3209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330" y="1614805"/>
            <a:ext cx="3970020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FMNIST: Random Flipping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1430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 Tian</a:t>
            </a:r>
            <a:r>
              <a:rPr lang="zh-CN" altLang="en-US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5" name="Title 5"/>
          <p:cNvSpPr txBox="1"/>
          <p:nvPr/>
        </p:nvSpPr>
        <p:spPr>
          <a:xfrm>
            <a:off x="473075" y="246380"/>
            <a:ext cx="7886700" cy="89662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kern="120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Experiments</a:t>
            </a:r>
            <a:endParaRPr lang="en-US" altLang="zh-CN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5330" y="1461135"/>
            <a:ext cx="53117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标签噪声对收敛性的影响</a:t>
            </a:r>
            <a:endParaRPr lang="zh-CN" altLang="en-US" sz="2800" b="1"/>
          </a:p>
          <a:p>
            <a:r>
              <a:rPr lang="en-US" altLang="zh-CN"/>
              <a:t>1. </a:t>
            </a:r>
            <a:r>
              <a:rPr lang="en-US" altLang="zh-CN"/>
              <a:t>Random Flipping 2. Instance Depedent</a:t>
            </a:r>
            <a:endParaRPr lang="en-US" altLang="zh-CN"/>
          </a:p>
          <a:p>
            <a:r>
              <a:rPr lang="en-US" altLang="zh-CN"/>
              <a:t>Cifar10, Cifar100, FMNIST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35330" y="3288030"/>
            <a:ext cx="531177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SFLCorr</a:t>
            </a:r>
            <a:r>
              <a:rPr lang="zh-CN" altLang="en-US" sz="2800" b="1"/>
              <a:t>对准确率的</a:t>
            </a:r>
            <a:r>
              <a:rPr lang="zh-CN" altLang="en-US" sz="2800" b="1"/>
              <a:t>提升</a:t>
            </a:r>
            <a:endParaRPr lang="zh-CN" altLang="en-US" sz="2800" b="1"/>
          </a:p>
          <a:p>
            <a:r>
              <a:rPr lang="en-US" altLang="zh-CN"/>
              <a:t>1. </a:t>
            </a:r>
            <a:r>
              <a:rPr lang="en-US" altLang="zh-CN"/>
              <a:t>Random Flipping </a:t>
            </a:r>
            <a:endParaRPr lang="en-US" altLang="zh-CN"/>
          </a:p>
          <a:p>
            <a:r>
              <a:rPr lang="en-US" altLang="zh-CN"/>
              <a:t>Cifar10, </a:t>
            </a:r>
            <a:r>
              <a:rPr lang="en-US" altLang="zh-CN">
                <a:solidFill>
                  <a:srgbClr val="00B050"/>
                </a:solidFill>
              </a:rPr>
              <a:t>Cifar100</a:t>
            </a:r>
            <a:r>
              <a:rPr lang="en-US" altLang="zh-CN"/>
              <a:t>, FMNIST</a:t>
            </a:r>
            <a:endParaRPr lang="en-US" altLang="zh-CN"/>
          </a:p>
          <a:p>
            <a:r>
              <a:rPr lang="en-US" altLang="zh-CN"/>
              <a:t>2. </a:t>
            </a:r>
            <a:r>
              <a:rPr lang="zh-CN" altLang="en-US"/>
              <a:t>与其他</a:t>
            </a:r>
            <a:r>
              <a:rPr lang="en-US" altLang="zh-CN"/>
              <a:t>FL</a:t>
            </a:r>
            <a:r>
              <a:rPr lang="zh-CN" altLang="en-US"/>
              <a:t>算法</a:t>
            </a:r>
            <a:r>
              <a:rPr lang="zh-CN" altLang="en-US"/>
              <a:t>比较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s 11"/>
          <p:cNvSpPr/>
          <p:nvPr/>
        </p:nvSpPr>
        <p:spPr>
          <a:xfrm>
            <a:off x="-12700" y="6553835"/>
            <a:ext cx="9168765" cy="304165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28650" y="6510020"/>
            <a:ext cx="2057400" cy="365125"/>
          </a:xfrm>
        </p:spPr>
        <p:txBody>
          <a:bodyPr/>
          <a:lstStyle/>
          <a:p>
            <a:r>
              <a:rPr lang="en-US" altLang="zh-CN" dirty="0" err="1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Geng</a:t>
            </a:r>
            <a:r>
              <a:rPr lang="en-US" altLang="zh-CN" dirty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Tian</a:t>
            </a:r>
            <a:r>
              <a:rPr lang="zh-CN" altLang="en-US" dirty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  <a:t> @ SUSTech</a:t>
            </a:r>
            <a:endParaRPr lang="zh-CN" altLang="en-US" dirty="0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6457950" y="6510020"/>
            <a:ext cx="2057400" cy="365125"/>
          </a:xfrm>
        </p:spPr>
        <p:txBody>
          <a:bodyPr/>
          <a:lstStyle/>
          <a:p>
            <a:fld id="{49AE70B2-8BF9-45C0-BB95-33D1B9D3A854}" type="slidenum">
              <a:rPr lang="zh-CN" altLang="en-US" smtClean="0">
                <a:solidFill>
                  <a:schemeClr val="bg1"/>
                </a:solidFill>
                <a:latin typeface="Arial Regular" panose="020B0604020202090204" charset="0"/>
                <a:cs typeface="Arial Regular" panose="020B0604020202090204" charset="0"/>
              </a:rPr>
            </a:fld>
            <a:endParaRPr lang="zh-CN" altLang="en-US">
              <a:solidFill>
                <a:schemeClr val="bg1"/>
              </a:solidFill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55848" y="2180705"/>
            <a:ext cx="8548370" cy="89662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Thank You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!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b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</a:b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Questions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are</a:t>
            </a:r>
            <a:r>
              <a:rPr lang="zh-CN" altLang="en-US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altLang="zh-CN" sz="3600" b="1" dirty="0">
                <a:solidFill>
                  <a:schemeClr val="accent5">
                    <a:lumMod val="75000"/>
                  </a:schemeClr>
                </a:solidFill>
                <a:latin typeface="Times New Roman Bold" panose="02020603050405020304" charset="0"/>
                <a:cs typeface="Times New Roman Bold" panose="02020603050405020304" charset="0"/>
              </a:rPr>
              <a:t>welcome!</a:t>
            </a:r>
            <a:endParaRPr lang="en-US" sz="3600" b="1" dirty="0">
              <a:solidFill>
                <a:schemeClr val="accent5">
                  <a:lumMod val="75000"/>
                </a:schemeClr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dhODIxNGVjZmRiYWIzMzMwNDhkMzcwYjU1MzhlYT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756</Words>
  <Application>WPS 演示</Application>
  <PresentationFormat>全屏显示(4:3)</PresentationFormat>
  <Paragraphs>77</Paragraphs>
  <Slides>11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宋体</vt:lpstr>
      <vt:lpstr>Wingdings</vt:lpstr>
      <vt:lpstr>Times New Roman Bold</vt:lpstr>
      <vt:lpstr>Times New Roman</vt:lpstr>
      <vt:lpstr>Arial Regular</vt:lpstr>
      <vt:lpstr>Times New Roman Regular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Office 主题​​</vt:lpstr>
      <vt:lpstr>1_Office 主题​​</vt:lpstr>
      <vt:lpstr>Week Summarry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  Questions are welcome!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SUST</dc:creator>
  <cp:lastModifiedBy>巧克力</cp:lastModifiedBy>
  <cp:revision>197</cp:revision>
  <dcterms:created xsi:type="dcterms:W3CDTF">2025-01-21T01:34:42Z</dcterms:created>
  <dcterms:modified xsi:type="dcterms:W3CDTF">2025-01-21T01:34:42Z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2052-6.12.1.8902</vt:lpwstr>
  </property>
  <property fmtid="{D5CDD505-2E9C-101B-9397-08002B2CF9AE}" pid="3" name="ICV">
    <vt:lpwstr>1097A63A4061E2E9A667166776B1A1CE_43</vt:lpwstr>
  </property>
</Properties>
</file>